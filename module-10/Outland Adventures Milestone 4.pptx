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24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948BDC-3A0A-4FBE-B4EE-152BA3C3383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322459-8064-4DDD-84A0-39413B0FF70F}">
      <dgm:prSet/>
      <dgm:spPr/>
      <dgm:t>
        <a:bodyPr/>
        <a:lstStyle/>
        <a:p>
          <a:r>
            <a:rPr lang="en-US"/>
            <a:t>Employee</a:t>
          </a:r>
        </a:p>
      </dgm:t>
    </dgm:pt>
    <dgm:pt modelId="{01D78807-8938-4014-A595-EC8A98C70524}" type="parTrans" cxnId="{E5E21F46-C2C1-4F14-8583-51DFDE4AA5DC}">
      <dgm:prSet/>
      <dgm:spPr/>
      <dgm:t>
        <a:bodyPr/>
        <a:lstStyle/>
        <a:p>
          <a:endParaRPr lang="en-US"/>
        </a:p>
      </dgm:t>
    </dgm:pt>
    <dgm:pt modelId="{4AF7A641-E6E7-4D6C-ADAF-D4698B4A4AB2}" type="sibTrans" cxnId="{E5E21F46-C2C1-4F14-8583-51DFDE4AA5DC}">
      <dgm:prSet/>
      <dgm:spPr/>
      <dgm:t>
        <a:bodyPr/>
        <a:lstStyle/>
        <a:p>
          <a:endParaRPr lang="en-US"/>
        </a:p>
      </dgm:t>
    </dgm:pt>
    <dgm:pt modelId="{450BDF60-3766-46BF-968D-9DCBFC633444}">
      <dgm:prSet/>
      <dgm:spPr/>
      <dgm:t>
        <a:bodyPr/>
        <a:lstStyle/>
        <a:p>
          <a:r>
            <a:rPr lang="en-US"/>
            <a:t>Customer</a:t>
          </a:r>
        </a:p>
      </dgm:t>
    </dgm:pt>
    <dgm:pt modelId="{2A9A3C36-0484-4B90-AE07-7B0AF97A6DA9}" type="parTrans" cxnId="{3438CB6E-8D2B-43D9-A5AF-B24379D9AF94}">
      <dgm:prSet/>
      <dgm:spPr/>
      <dgm:t>
        <a:bodyPr/>
        <a:lstStyle/>
        <a:p>
          <a:endParaRPr lang="en-US"/>
        </a:p>
      </dgm:t>
    </dgm:pt>
    <dgm:pt modelId="{35ECA04F-6D8E-4E87-851E-64A13EA7FD9E}" type="sibTrans" cxnId="{3438CB6E-8D2B-43D9-A5AF-B24379D9AF94}">
      <dgm:prSet/>
      <dgm:spPr/>
      <dgm:t>
        <a:bodyPr/>
        <a:lstStyle/>
        <a:p>
          <a:endParaRPr lang="en-US"/>
        </a:p>
      </dgm:t>
    </dgm:pt>
    <dgm:pt modelId="{D20653D0-3CF2-4836-90E1-FC9D1C6A7628}">
      <dgm:prSet/>
      <dgm:spPr/>
      <dgm:t>
        <a:bodyPr/>
        <a:lstStyle/>
        <a:p>
          <a:r>
            <a:rPr lang="en-US"/>
            <a:t>Inventory Item</a:t>
          </a:r>
        </a:p>
      </dgm:t>
    </dgm:pt>
    <dgm:pt modelId="{BF50EEB1-C78C-4F29-AD5F-186BE4F5CFEC}" type="parTrans" cxnId="{78D7D3FB-4CF2-440E-AEE0-AB965A4D1E7B}">
      <dgm:prSet/>
      <dgm:spPr/>
      <dgm:t>
        <a:bodyPr/>
        <a:lstStyle/>
        <a:p>
          <a:endParaRPr lang="en-US"/>
        </a:p>
      </dgm:t>
    </dgm:pt>
    <dgm:pt modelId="{E32C7304-A917-4755-88F4-57905FF40E2D}" type="sibTrans" cxnId="{78D7D3FB-4CF2-440E-AEE0-AB965A4D1E7B}">
      <dgm:prSet/>
      <dgm:spPr/>
      <dgm:t>
        <a:bodyPr/>
        <a:lstStyle/>
        <a:p>
          <a:endParaRPr lang="en-US"/>
        </a:p>
      </dgm:t>
    </dgm:pt>
    <dgm:pt modelId="{EFE5AB6C-3034-49A7-9E98-134C9847EEF5}">
      <dgm:prSet/>
      <dgm:spPr/>
      <dgm:t>
        <a:bodyPr/>
        <a:lstStyle/>
        <a:p>
          <a:r>
            <a:rPr lang="en-US"/>
            <a:t>Transaction</a:t>
          </a:r>
        </a:p>
      </dgm:t>
    </dgm:pt>
    <dgm:pt modelId="{F4F8A501-F177-4A7B-8C44-9103891DD69F}" type="parTrans" cxnId="{4BCB9AEF-EAAF-408E-A081-1E205FC247FC}">
      <dgm:prSet/>
      <dgm:spPr/>
      <dgm:t>
        <a:bodyPr/>
        <a:lstStyle/>
        <a:p>
          <a:endParaRPr lang="en-US"/>
        </a:p>
      </dgm:t>
    </dgm:pt>
    <dgm:pt modelId="{46715C3C-5FBF-4E50-90CE-E1FB63FECC42}" type="sibTrans" cxnId="{4BCB9AEF-EAAF-408E-A081-1E205FC247FC}">
      <dgm:prSet/>
      <dgm:spPr/>
      <dgm:t>
        <a:bodyPr/>
        <a:lstStyle/>
        <a:p>
          <a:endParaRPr lang="en-US"/>
        </a:p>
      </dgm:t>
    </dgm:pt>
    <dgm:pt modelId="{0FA2A42B-7AD3-4074-AC07-F73F446EFFC8}">
      <dgm:prSet/>
      <dgm:spPr/>
      <dgm:t>
        <a:bodyPr/>
        <a:lstStyle/>
        <a:p>
          <a:r>
            <a:rPr lang="en-US"/>
            <a:t>TransactionXInventoryItem</a:t>
          </a:r>
        </a:p>
      </dgm:t>
    </dgm:pt>
    <dgm:pt modelId="{E849022D-DFAB-41A8-A6DF-06EE259D39BD}" type="parTrans" cxnId="{35875581-4242-4855-B593-0B568A13FD6E}">
      <dgm:prSet/>
      <dgm:spPr/>
      <dgm:t>
        <a:bodyPr/>
        <a:lstStyle/>
        <a:p>
          <a:endParaRPr lang="en-US"/>
        </a:p>
      </dgm:t>
    </dgm:pt>
    <dgm:pt modelId="{39E952E3-E9EF-4175-9EA9-0B3AA37F1E8C}" type="sibTrans" cxnId="{35875581-4242-4855-B593-0B568A13FD6E}">
      <dgm:prSet/>
      <dgm:spPr/>
      <dgm:t>
        <a:bodyPr/>
        <a:lstStyle/>
        <a:p>
          <a:endParaRPr lang="en-US"/>
        </a:p>
      </dgm:t>
    </dgm:pt>
    <dgm:pt modelId="{6CA7510C-2409-42F0-BBAA-5D980D064D2C}">
      <dgm:prSet/>
      <dgm:spPr/>
      <dgm:t>
        <a:bodyPr/>
        <a:lstStyle/>
        <a:p>
          <a:r>
            <a:rPr lang="en-US"/>
            <a:t>Experience</a:t>
          </a:r>
        </a:p>
      </dgm:t>
    </dgm:pt>
    <dgm:pt modelId="{94A287C4-3055-4F25-BFBB-2EEA756344DC}" type="parTrans" cxnId="{48683244-3DE4-44E3-A5EE-8F4AE6D1DA01}">
      <dgm:prSet/>
      <dgm:spPr/>
      <dgm:t>
        <a:bodyPr/>
        <a:lstStyle/>
        <a:p>
          <a:endParaRPr lang="en-US"/>
        </a:p>
      </dgm:t>
    </dgm:pt>
    <dgm:pt modelId="{FEDC3D64-EC27-40F9-A551-7FFE0879AFE6}" type="sibTrans" cxnId="{48683244-3DE4-44E3-A5EE-8F4AE6D1DA01}">
      <dgm:prSet/>
      <dgm:spPr/>
      <dgm:t>
        <a:bodyPr/>
        <a:lstStyle/>
        <a:p>
          <a:endParaRPr lang="en-US"/>
        </a:p>
      </dgm:t>
    </dgm:pt>
    <dgm:pt modelId="{8B20BBDF-5A0F-46FF-9661-D8D8A2EB1399}">
      <dgm:prSet/>
      <dgm:spPr/>
      <dgm:t>
        <a:bodyPr/>
        <a:lstStyle/>
        <a:p>
          <a:r>
            <a:rPr lang="en-US"/>
            <a:t>Trip</a:t>
          </a:r>
        </a:p>
      </dgm:t>
    </dgm:pt>
    <dgm:pt modelId="{2EC9B9D6-99BB-4790-8A46-53A0DFD98AA3}" type="parTrans" cxnId="{040CA1FC-8259-4839-AA36-49370542F7AA}">
      <dgm:prSet/>
      <dgm:spPr/>
      <dgm:t>
        <a:bodyPr/>
        <a:lstStyle/>
        <a:p>
          <a:endParaRPr lang="en-US"/>
        </a:p>
      </dgm:t>
    </dgm:pt>
    <dgm:pt modelId="{A88FC795-AB4F-491A-937C-6E10066D119A}" type="sibTrans" cxnId="{040CA1FC-8259-4839-AA36-49370542F7AA}">
      <dgm:prSet/>
      <dgm:spPr/>
      <dgm:t>
        <a:bodyPr/>
        <a:lstStyle/>
        <a:p>
          <a:endParaRPr lang="en-US"/>
        </a:p>
      </dgm:t>
    </dgm:pt>
    <dgm:pt modelId="{469E8627-3F7F-4E31-AA6E-A5F0AAFCAD45}">
      <dgm:prSet/>
      <dgm:spPr/>
      <dgm:t>
        <a:bodyPr/>
        <a:lstStyle/>
        <a:p>
          <a:r>
            <a:rPr lang="en-US"/>
            <a:t>TripXEmployee</a:t>
          </a:r>
        </a:p>
      </dgm:t>
    </dgm:pt>
    <dgm:pt modelId="{C19ABDE7-9B91-4549-9986-F7D3EAF2766A}" type="parTrans" cxnId="{DB851059-0EA2-4E3B-9CF2-A9BE60572399}">
      <dgm:prSet/>
      <dgm:spPr/>
      <dgm:t>
        <a:bodyPr/>
        <a:lstStyle/>
        <a:p>
          <a:endParaRPr lang="en-US"/>
        </a:p>
      </dgm:t>
    </dgm:pt>
    <dgm:pt modelId="{E3E55CBA-6642-49B9-9839-A4D01B298330}" type="sibTrans" cxnId="{DB851059-0EA2-4E3B-9CF2-A9BE60572399}">
      <dgm:prSet/>
      <dgm:spPr/>
      <dgm:t>
        <a:bodyPr/>
        <a:lstStyle/>
        <a:p>
          <a:endParaRPr lang="en-US"/>
        </a:p>
      </dgm:t>
    </dgm:pt>
    <dgm:pt modelId="{23E7D799-29BA-4EA9-BCD4-B66D5D8385D7}">
      <dgm:prSet/>
      <dgm:spPr/>
      <dgm:t>
        <a:bodyPr/>
        <a:lstStyle/>
        <a:p>
          <a:r>
            <a:rPr lang="en-US"/>
            <a:t>Booking</a:t>
          </a:r>
        </a:p>
      </dgm:t>
    </dgm:pt>
    <dgm:pt modelId="{C9BC9129-DAE0-4308-B79D-3D398A975659}" type="parTrans" cxnId="{928CAC44-8B4A-4CD9-8076-5411ABC212ED}">
      <dgm:prSet/>
      <dgm:spPr/>
      <dgm:t>
        <a:bodyPr/>
        <a:lstStyle/>
        <a:p>
          <a:endParaRPr lang="en-US"/>
        </a:p>
      </dgm:t>
    </dgm:pt>
    <dgm:pt modelId="{2345F212-14B7-4304-B0CD-D23818B61BEF}" type="sibTrans" cxnId="{928CAC44-8B4A-4CD9-8076-5411ABC212ED}">
      <dgm:prSet/>
      <dgm:spPr/>
      <dgm:t>
        <a:bodyPr/>
        <a:lstStyle/>
        <a:p>
          <a:endParaRPr lang="en-US"/>
        </a:p>
      </dgm:t>
    </dgm:pt>
    <dgm:pt modelId="{D3DF8B0B-4D5B-4E44-ACA2-29E922DD410B}">
      <dgm:prSet/>
      <dgm:spPr/>
      <dgm:t>
        <a:bodyPr/>
        <a:lstStyle/>
        <a:p>
          <a:r>
            <a:rPr lang="en-US"/>
            <a:t>Region	</a:t>
          </a:r>
        </a:p>
      </dgm:t>
    </dgm:pt>
    <dgm:pt modelId="{D1540560-03E4-4724-966D-9F63D535E864}" type="parTrans" cxnId="{327002C1-4981-4B7F-8073-DDD6AC79F14A}">
      <dgm:prSet/>
      <dgm:spPr/>
      <dgm:t>
        <a:bodyPr/>
        <a:lstStyle/>
        <a:p>
          <a:endParaRPr lang="en-US"/>
        </a:p>
      </dgm:t>
    </dgm:pt>
    <dgm:pt modelId="{3E2D6648-6D6D-4AF4-A09F-5474417D07FF}" type="sibTrans" cxnId="{327002C1-4981-4B7F-8073-DDD6AC79F14A}">
      <dgm:prSet/>
      <dgm:spPr/>
      <dgm:t>
        <a:bodyPr/>
        <a:lstStyle/>
        <a:p>
          <a:endParaRPr lang="en-US"/>
        </a:p>
      </dgm:t>
    </dgm:pt>
    <dgm:pt modelId="{B1437EDF-6952-4358-956D-C3DC2BA8A73E}" type="pres">
      <dgm:prSet presAssocID="{68948BDC-3A0A-4FBE-B4EE-152BA3C33831}" presName="linear" presStyleCnt="0">
        <dgm:presLayoutVars>
          <dgm:animLvl val="lvl"/>
          <dgm:resizeHandles val="exact"/>
        </dgm:presLayoutVars>
      </dgm:prSet>
      <dgm:spPr/>
    </dgm:pt>
    <dgm:pt modelId="{DFC29E62-AB2F-4986-86E0-6A8E3456E84A}" type="pres">
      <dgm:prSet presAssocID="{89322459-8064-4DDD-84A0-39413B0FF70F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171DCB68-CBC0-465A-A5D5-8FA449FB637A}" type="pres">
      <dgm:prSet presAssocID="{4AF7A641-E6E7-4D6C-ADAF-D4698B4A4AB2}" presName="spacer" presStyleCnt="0"/>
      <dgm:spPr/>
    </dgm:pt>
    <dgm:pt modelId="{2143B880-28BC-4A9F-85F6-C6B38B8A4AC4}" type="pres">
      <dgm:prSet presAssocID="{450BDF60-3766-46BF-968D-9DCBFC633444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942EE7FF-B722-4BC5-8B0D-6ACCBB388BA8}" type="pres">
      <dgm:prSet presAssocID="{35ECA04F-6D8E-4E87-851E-64A13EA7FD9E}" presName="spacer" presStyleCnt="0"/>
      <dgm:spPr/>
    </dgm:pt>
    <dgm:pt modelId="{9DE4981E-DD9D-4570-BD44-68EE3BB9F924}" type="pres">
      <dgm:prSet presAssocID="{D20653D0-3CF2-4836-90E1-FC9D1C6A7628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86E9DA27-32DC-4E63-8144-75928A297E70}" type="pres">
      <dgm:prSet presAssocID="{E32C7304-A917-4755-88F4-57905FF40E2D}" presName="spacer" presStyleCnt="0"/>
      <dgm:spPr/>
    </dgm:pt>
    <dgm:pt modelId="{183FBDA8-78BA-49D0-8DD3-FE7EA43302F1}" type="pres">
      <dgm:prSet presAssocID="{EFE5AB6C-3034-49A7-9E98-134C9847EEF5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98CFC43E-60F5-4042-BC55-D7EEA5F04FBC}" type="pres">
      <dgm:prSet presAssocID="{46715C3C-5FBF-4E50-90CE-E1FB63FECC42}" presName="spacer" presStyleCnt="0"/>
      <dgm:spPr/>
    </dgm:pt>
    <dgm:pt modelId="{020E2739-5813-4E6C-9D1A-49730C0B5F47}" type="pres">
      <dgm:prSet presAssocID="{0FA2A42B-7AD3-4074-AC07-F73F446EFFC8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68AE899A-DDA8-42F9-B0E0-56550D94BD19}" type="pres">
      <dgm:prSet presAssocID="{39E952E3-E9EF-4175-9EA9-0B3AA37F1E8C}" presName="spacer" presStyleCnt="0"/>
      <dgm:spPr/>
    </dgm:pt>
    <dgm:pt modelId="{54B43524-EBD3-41CD-B1DD-AE6E3E76EFE1}" type="pres">
      <dgm:prSet presAssocID="{6CA7510C-2409-42F0-BBAA-5D980D064D2C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A3ED217A-FE93-4918-AA97-7073F2411225}" type="pres">
      <dgm:prSet presAssocID="{FEDC3D64-EC27-40F9-A551-7FFE0879AFE6}" presName="spacer" presStyleCnt="0"/>
      <dgm:spPr/>
    </dgm:pt>
    <dgm:pt modelId="{B7EDD25E-D3D5-40D1-9965-4DF262774B1B}" type="pres">
      <dgm:prSet presAssocID="{8B20BBDF-5A0F-46FF-9661-D8D8A2EB1399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AB362833-714F-4762-9357-8BE01C63FCAB}" type="pres">
      <dgm:prSet presAssocID="{A88FC795-AB4F-491A-937C-6E10066D119A}" presName="spacer" presStyleCnt="0"/>
      <dgm:spPr/>
    </dgm:pt>
    <dgm:pt modelId="{25F44EF1-E83C-47F7-8014-D9E5E8C773A1}" type="pres">
      <dgm:prSet presAssocID="{469E8627-3F7F-4E31-AA6E-A5F0AAFCAD45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402E870-BE02-4E56-816F-34CD5F612EED}" type="pres">
      <dgm:prSet presAssocID="{E3E55CBA-6642-49B9-9839-A4D01B298330}" presName="spacer" presStyleCnt="0"/>
      <dgm:spPr/>
    </dgm:pt>
    <dgm:pt modelId="{1B0EF5E8-9A6E-4FA7-ABFD-512C19399158}" type="pres">
      <dgm:prSet presAssocID="{23E7D799-29BA-4EA9-BCD4-B66D5D8385D7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B6EA53B3-D433-4972-9464-B38ABAD8FBDD}" type="pres">
      <dgm:prSet presAssocID="{2345F212-14B7-4304-B0CD-D23818B61BEF}" presName="spacer" presStyleCnt="0"/>
      <dgm:spPr/>
    </dgm:pt>
    <dgm:pt modelId="{8ED53D41-1A76-4F2D-89EA-B9644ABA2869}" type="pres">
      <dgm:prSet presAssocID="{D3DF8B0B-4D5B-4E44-ACA2-29E922DD410B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E41F6D0F-991C-4562-AB0F-F04E9DC44F70}" type="presOf" srcId="{68948BDC-3A0A-4FBE-B4EE-152BA3C33831}" destId="{B1437EDF-6952-4358-956D-C3DC2BA8A73E}" srcOrd="0" destOrd="0" presId="urn:microsoft.com/office/officeart/2005/8/layout/vList2"/>
    <dgm:cxn modelId="{CCF1F313-2225-480E-ADDA-D99684386887}" type="presOf" srcId="{450BDF60-3766-46BF-968D-9DCBFC633444}" destId="{2143B880-28BC-4A9F-85F6-C6B38B8A4AC4}" srcOrd="0" destOrd="0" presId="urn:microsoft.com/office/officeart/2005/8/layout/vList2"/>
    <dgm:cxn modelId="{5B1C0331-8902-4CC8-AC18-56A2652DBC5B}" type="presOf" srcId="{89322459-8064-4DDD-84A0-39413B0FF70F}" destId="{DFC29E62-AB2F-4986-86E0-6A8E3456E84A}" srcOrd="0" destOrd="0" presId="urn:microsoft.com/office/officeart/2005/8/layout/vList2"/>
    <dgm:cxn modelId="{FC8AF138-70A1-4803-B6B7-33181DDD1A21}" type="presOf" srcId="{0FA2A42B-7AD3-4074-AC07-F73F446EFFC8}" destId="{020E2739-5813-4E6C-9D1A-49730C0B5F47}" srcOrd="0" destOrd="0" presId="urn:microsoft.com/office/officeart/2005/8/layout/vList2"/>
    <dgm:cxn modelId="{BA5A3A5B-6241-4F6A-98E0-C30B4C65612F}" type="presOf" srcId="{23E7D799-29BA-4EA9-BCD4-B66D5D8385D7}" destId="{1B0EF5E8-9A6E-4FA7-ABFD-512C19399158}" srcOrd="0" destOrd="0" presId="urn:microsoft.com/office/officeart/2005/8/layout/vList2"/>
    <dgm:cxn modelId="{7CC1885F-4010-4D87-8361-0F96E7C566E7}" type="presOf" srcId="{D20653D0-3CF2-4836-90E1-FC9D1C6A7628}" destId="{9DE4981E-DD9D-4570-BD44-68EE3BB9F924}" srcOrd="0" destOrd="0" presId="urn:microsoft.com/office/officeart/2005/8/layout/vList2"/>
    <dgm:cxn modelId="{48683244-3DE4-44E3-A5EE-8F4AE6D1DA01}" srcId="{68948BDC-3A0A-4FBE-B4EE-152BA3C33831}" destId="{6CA7510C-2409-42F0-BBAA-5D980D064D2C}" srcOrd="5" destOrd="0" parTransId="{94A287C4-3055-4F25-BFBB-2EEA756344DC}" sibTransId="{FEDC3D64-EC27-40F9-A551-7FFE0879AFE6}"/>
    <dgm:cxn modelId="{928CAC44-8B4A-4CD9-8076-5411ABC212ED}" srcId="{68948BDC-3A0A-4FBE-B4EE-152BA3C33831}" destId="{23E7D799-29BA-4EA9-BCD4-B66D5D8385D7}" srcOrd="8" destOrd="0" parTransId="{C9BC9129-DAE0-4308-B79D-3D398A975659}" sibTransId="{2345F212-14B7-4304-B0CD-D23818B61BEF}"/>
    <dgm:cxn modelId="{E5E21F46-C2C1-4F14-8583-51DFDE4AA5DC}" srcId="{68948BDC-3A0A-4FBE-B4EE-152BA3C33831}" destId="{89322459-8064-4DDD-84A0-39413B0FF70F}" srcOrd="0" destOrd="0" parTransId="{01D78807-8938-4014-A595-EC8A98C70524}" sibTransId="{4AF7A641-E6E7-4D6C-ADAF-D4698B4A4AB2}"/>
    <dgm:cxn modelId="{3438CB6E-8D2B-43D9-A5AF-B24379D9AF94}" srcId="{68948BDC-3A0A-4FBE-B4EE-152BA3C33831}" destId="{450BDF60-3766-46BF-968D-9DCBFC633444}" srcOrd="1" destOrd="0" parTransId="{2A9A3C36-0484-4B90-AE07-7B0AF97A6DA9}" sibTransId="{35ECA04F-6D8E-4E87-851E-64A13EA7FD9E}"/>
    <dgm:cxn modelId="{D3404B50-3904-4A97-9ACE-08B11854A451}" type="presOf" srcId="{6CA7510C-2409-42F0-BBAA-5D980D064D2C}" destId="{54B43524-EBD3-41CD-B1DD-AE6E3E76EFE1}" srcOrd="0" destOrd="0" presId="urn:microsoft.com/office/officeart/2005/8/layout/vList2"/>
    <dgm:cxn modelId="{DB851059-0EA2-4E3B-9CF2-A9BE60572399}" srcId="{68948BDC-3A0A-4FBE-B4EE-152BA3C33831}" destId="{469E8627-3F7F-4E31-AA6E-A5F0AAFCAD45}" srcOrd="7" destOrd="0" parTransId="{C19ABDE7-9B91-4549-9986-F7D3EAF2766A}" sibTransId="{E3E55CBA-6642-49B9-9839-A4D01B298330}"/>
    <dgm:cxn modelId="{35875581-4242-4855-B593-0B568A13FD6E}" srcId="{68948BDC-3A0A-4FBE-B4EE-152BA3C33831}" destId="{0FA2A42B-7AD3-4074-AC07-F73F446EFFC8}" srcOrd="4" destOrd="0" parTransId="{E849022D-DFAB-41A8-A6DF-06EE259D39BD}" sibTransId="{39E952E3-E9EF-4175-9EA9-0B3AA37F1E8C}"/>
    <dgm:cxn modelId="{C66B9899-5778-4AA2-B020-ECB5D2895F34}" type="presOf" srcId="{8B20BBDF-5A0F-46FF-9661-D8D8A2EB1399}" destId="{B7EDD25E-D3D5-40D1-9965-4DF262774B1B}" srcOrd="0" destOrd="0" presId="urn:microsoft.com/office/officeart/2005/8/layout/vList2"/>
    <dgm:cxn modelId="{327002C1-4981-4B7F-8073-DDD6AC79F14A}" srcId="{68948BDC-3A0A-4FBE-B4EE-152BA3C33831}" destId="{D3DF8B0B-4D5B-4E44-ACA2-29E922DD410B}" srcOrd="9" destOrd="0" parTransId="{D1540560-03E4-4724-966D-9F63D535E864}" sibTransId="{3E2D6648-6D6D-4AF4-A09F-5474417D07FF}"/>
    <dgm:cxn modelId="{C36E84E8-A0B2-4CB1-B1DD-2C125894DD57}" type="presOf" srcId="{EFE5AB6C-3034-49A7-9E98-134C9847EEF5}" destId="{183FBDA8-78BA-49D0-8DD3-FE7EA43302F1}" srcOrd="0" destOrd="0" presId="urn:microsoft.com/office/officeart/2005/8/layout/vList2"/>
    <dgm:cxn modelId="{4BCB9AEF-EAAF-408E-A081-1E205FC247FC}" srcId="{68948BDC-3A0A-4FBE-B4EE-152BA3C33831}" destId="{EFE5AB6C-3034-49A7-9E98-134C9847EEF5}" srcOrd="3" destOrd="0" parTransId="{F4F8A501-F177-4A7B-8C44-9103891DD69F}" sibTransId="{46715C3C-5FBF-4E50-90CE-E1FB63FECC42}"/>
    <dgm:cxn modelId="{C07C71F7-91BD-4864-A5E9-5E00ECC8CD9D}" type="presOf" srcId="{469E8627-3F7F-4E31-AA6E-A5F0AAFCAD45}" destId="{25F44EF1-E83C-47F7-8014-D9E5E8C773A1}" srcOrd="0" destOrd="0" presId="urn:microsoft.com/office/officeart/2005/8/layout/vList2"/>
    <dgm:cxn modelId="{78D7D3FB-4CF2-440E-AEE0-AB965A4D1E7B}" srcId="{68948BDC-3A0A-4FBE-B4EE-152BA3C33831}" destId="{D20653D0-3CF2-4836-90E1-FC9D1C6A7628}" srcOrd="2" destOrd="0" parTransId="{BF50EEB1-C78C-4F29-AD5F-186BE4F5CFEC}" sibTransId="{E32C7304-A917-4755-88F4-57905FF40E2D}"/>
    <dgm:cxn modelId="{520AE6FB-1F33-47D4-BD84-F81683D4E09E}" type="presOf" srcId="{D3DF8B0B-4D5B-4E44-ACA2-29E922DD410B}" destId="{8ED53D41-1A76-4F2D-89EA-B9644ABA2869}" srcOrd="0" destOrd="0" presId="urn:microsoft.com/office/officeart/2005/8/layout/vList2"/>
    <dgm:cxn modelId="{040CA1FC-8259-4839-AA36-49370542F7AA}" srcId="{68948BDC-3A0A-4FBE-B4EE-152BA3C33831}" destId="{8B20BBDF-5A0F-46FF-9661-D8D8A2EB1399}" srcOrd="6" destOrd="0" parTransId="{2EC9B9D6-99BB-4790-8A46-53A0DFD98AA3}" sibTransId="{A88FC795-AB4F-491A-937C-6E10066D119A}"/>
    <dgm:cxn modelId="{6FD205FF-0F09-48F3-87ED-D84BD7A1140E}" type="presParOf" srcId="{B1437EDF-6952-4358-956D-C3DC2BA8A73E}" destId="{DFC29E62-AB2F-4986-86E0-6A8E3456E84A}" srcOrd="0" destOrd="0" presId="urn:microsoft.com/office/officeart/2005/8/layout/vList2"/>
    <dgm:cxn modelId="{DA64A0D5-C500-4CEE-9C7E-FA81BBC6A315}" type="presParOf" srcId="{B1437EDF-6952-4358-956D-C3DC2BA8A73E}" destId="{171DCB68-CBC0-465A-A5D5-8FA449FB637A}" srcOrd="1" destOrd="0" presId="urn:microsoft.com/office/officeart/2005/8/layout/vList2"/>
    <dgm:cxn modelId="{BC5EE018-DFF2-4C13-B369-3EB5CA2AE234}" type="presParOf" srcId="{B1437EDF-6952-4358-956D-C3DC2BA8A73E}" destId="{2143B880-28BC-4A9F-85F6-C6B38B8A4AC4}" srcOrd="2" destOrd="0" presId="urn:microsoft.com/office/officeart/2005/8/layout/vList2"/>
    <dgm:cxn modelId="{1CF96FE0-4C1E-4CF9-BCF7-E9E7A8E4972E}" type="presParOf" srcId="{B1437EDF-6952-4358-956D-C3DC2BA8A73E}" destId="{942EE7FF-B722-4BC5-8B0D-6ACCBB388BA8}" srcOrd="3" destOrd="0" presId="urn:microsoft.com/office/officeart/2005/8/layout/vList2"/>
    <dgm:cxn modelId="{62E7ADD6-F72D-4278-869E-C040F72D16FA}" type="presParOf" srcId="{B1437EDF-6952-4358-956D-C3DC2BA8A73E}" destId="{9DE4981E-DD9D-4570-BD44-68EE3BB9F924}" srcOrd="4" destOrd="0" presId="urn:microsoft.com/office/officeart/2005/8/layout/vList2"/>
    <dgm:cxn modelId="{63B62AD5-D2A9-4B90-8624-F7C46DEC8DAB}" type="presParOf" srcId="{B1437EDF-6952-4358-956D-C3DC2BA8A73E}" destId="{86E9DA27-32DC-4E63-8144-75928A297E70}" srcOrd="5" destOrd="0" presId="urn:microsoft.com/office/officeart/2005/8/layout/vList2"/>
    <dgm:cxn modelId="{ACE46AFF-5F4A-4D75-89E2-E9952A34AFB3}" type="presParOf" srcId="{B1437EDF-6952-4358-956D-C3DC2BA8A73E}" destId="{183FBDA8-78BA-49D0-8DD3-FE7EA43302F1}" srcOrd="6" destOrd="0" presId="urn:microsoft.com/office/officeart/2005/8/layout/vList2"/>
    <dgm:cxn modelId="{A26B1F6A-8514-4621-B3DF-0B99F3742A9F}" type="presParOf" srcId="{B1437EDF-6952-4358-956D-C3DC2BA8A73E}" destId="{98CFC43E-60F5-4042-BC55-D7EEA5F04FBC}" srcOrd="7" destOrd="0" presId="urn:microsoft.com/office/officeart/2005/8/layout/vList2"/>
    <dgm:cxn modelId="{2443CA84-C291-4B48-A202-082425170263}" type="presParOf" srcId="{B1437EDF-6952-4358-956D-C3DC2BA8A73E}" destId="{020E2739-5813-4E6C-9D1A-49730C0B5F47}" srcOrd="8" destOrd="0" presId="urn:microsoft.com/office/officeart/2005/8/layout/vList2"/>
    <dgm:cxn modelId="{43E243E1-BCCF-419F-8100-2409277293BB}" type="presParOf" srcId="{B1437EDF-6952-4358-956D-C3DC2BA8A73E}" destId="{68AE899A-DDA8-42F9-B0E0-56550D94BD19}" srcOrd="9" destOrd="0" presId="urn:microsoft.com/office/officeart/2005/8/layout/vList2"/>
    <dgm:cxn modelId="{048B18C8-5BE7-403A-B543-2ED72E4344E3}" type="presParOf" srcId="{B1437EDF-6952-4358-956D-C3DC2BA8A73E}" destId="{54B43524-EBD3-41CD-B1DD-AE6E3E76EFE1}" srcOrd="10" destOrd="0" presId="urn:microsoft.com/office/officeart/2005/8/layout/vList2"/>
    <dgm:cxn modelId="{1C64D5E1-00F1-483B-B07C-B2521BA006B1}" type="presParOf" srcId="{B1437EDF-6952-4358-956D-C3DC2BA8A73E}" destId="{A3ED217A-FE93-4918-AA97-7073F2411225}" srcOrd="11" destOrd="0" presId="urn:microsoft.com/office/officeart/2005/8/layout/vList2"/>
    <dgm:cxn modelId="{919DEE24-53F5-4CC4-9048-DF66D0EC1FC1}" type="presParOf" srcId="{B1437EDF-6952-4358-956D-C3DC2BA8A73E}" destId="{B7EDD25E-D3D5-40D1-9965-4DF262774B1B}" srcOrd="12" destOrd="0" presId="urn:microsoft.com/office/officeart/2005/8/layout/vList2"/>
    <dgm:cxn modelId="{7DCDD9DE-81C3-45F6-BB7F-06BBCFC577C3}" type="presParOf" srcId="{B1437EDF-6952-4358-956D-C3DC2BA8A73E}" destId="{AB362833-714F-4762-9357-8BE01C63FCAB}" srcOrd="13" destOrd="0" presId="urn:microsoft.com/office/officeart/2005/8/layout/vList2"/>
    <dgm:cxn modelId="{316FC174-6F60-45F8-9019-53EB0DC82A01}" type="presParOf" srcId="{B1437EDF-6952-4358-956D-C3DC2BA8A73E}" destId="{25F44EF1-E83C-47F7-8014-D9E5E8C773A1}" srcOrd="14" destOrd="0" presId="urn:microsoft.com/office/officeart/2005/8/layout/vList2"/>
    <dgm:cxn modelId="{90A63972-53F5-4035-9C9D-5BDB87AEED71}" type="presParOf" srcId="{B1437EDF-6952-4358-956D-C3DC2BA8A73E}" destId="{F402E870-BE02-4E56-816F-34CD5F612EED}" srcOrd="15" destOrd="0" presId="urn:microsoft.com/office/officeart/2005/8/layout/vList2"/>
    <dgm:cxn modelId="{ADCC14F5-E126-4C8D-840C-530D75329E97}" type="presParOf" srcId="{B1437EDF-6952-4358-956D-C3DC2BA8A73E}" destId="{1B0EF5E8-9A6E-4FA7-ABFD-512C19399158}" srcOrd="16" destOrd="0" presId="urn:microsoft.com/office/officeart/2005/8/layout/vList2"/>
    <dgm:cxn modelId="{6054ED21-C919-489E-9A22-9DDFA90298AD}" type="presParOf" srcId="{B1437EDF-6952-4358-956D-C3DC2BA8A73E}" destId="{B6EA53B3-D433-4972-9464-B38ABAD8FBDD}" srcOrd="17" destOrd="0" presId="urn:microsoft.com/office/officeart/2005/8/layout/vList2"/>
    <dgm:cxn modelId="{CBA2BE1C-EA52-49A7-B80E-7C6FBC6BB256}" type="presParOf" srcId="{B1437EDF-6952-4358-956D-C3DC2BA8A73E}" destId="{8ED53D41-1A76-4F2D-89EA-B9644ABA2869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56528B-5B52-4541-B1DE-CF2951933B5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D614CE-8FB4-4661-A53E-FB0A05BB4320}">
      <dgm:prSet/>
      <dgm:spPr/>
      <dgm:t>
        <a:bodyPr/>
        <a:lstStyle/>
        <a:p>
          <a:r>
            <a:rPr lang="en-US"/>
            <a:t>Employees can only have only one role in the company</a:t>
          </a:r>
        </a:p>
      </dgm:t>
    </dgm:pt>
    <dgm:pt modelId="{7B5FDA43-1E6B-451A-832F-D995DC6DF3A1}" type="parTrans" cxnId="{1D21A0F7-1AC8-435A-B942-FE6578691FE2}">
      <dgm:prSet/>
      <dgm:spPr/>
      <dgm:t>
        <a:bodyPr/>
        <a:lstStyle/>
        <a:p>
          <a:endParaRPr lang="en-US"/>
        </a:p>
      </dgm:t>
    </dgm:pt>
    <dgm:pt modelId="{FBC129FC-3167-431A-BA38-0C53C9CEBBA5}" type="sibTrans" cxnId="{1D21A0F7-1AC8-435A-B942-FE6578691FE2}">
      <dgm:prSet/>
      <dgm:spPr/>
      <dgm:t>
        <a:bodyPr/>
        <a:lstStyle/>
        <a:p>
          <a:endParaRPr lang="en-US"/>
        </a:p>
      </dgm:t>
    </dgm:pt>
    <dgm:pt modelId="{668285B1-C408-4EB9-AEBA-D42173BEC136}">
      <dgm:prSet/>
      <dgm:spPr/>
      <dgm:t>
        <a:bodyPr/>
        <a:lstStyle/>
        <a:p>
          <a:r>
            <a:rPr lang="en-US"/>
            <a:t>Each trip can occur only in one region</a:t>
          </a:r>
        </a:p>
      </dgm:t>
    </dgm:pt>
    <dgm:pt modelId="{346AB399-A1E3-42CE-9BCE-C9B61EADFCD7}" type="parTrans" cxnId="{DFCAFDC5-9D81-4C5D-921E-69449411EA29}">
      <dgm:prSet/>
      <dgm:spPr/>
      <dgm:t>
        <a:bodyPr/>
        <a:lstStyle/>
        <a:p>
          <a:endParaRPr lang="en-US"/>
        </a:p>
      </dgm:t>
    </dgm:pt>
    <dgm:pt modelId="{40A84D41-BF72-4459-BBDB-0F3911883F45}" type="sibTrans" cxnId="{DFCAFDC5-9D81-4C5D-921E-69449411EA29}">
      <dgm:prSet/>
      <dgm:spPr/>
      <dgm:t>
        <a:bodyPr/>
        <a:lstStyle/>
        <a:p>
          <a:endParaRPr lang="en-US"/>
        </a:p>
      </dgm:t>
    </dgm:pt>
    <dgm:pt modelId="{BEFDE24C-4A8B-467B-B408-4FB8C408F6AF}">
      <dgm:prSet/>
      <dgm:spPr/>
      <dgm:t>
        <a:bodyPr/>
        <a:lstStyle/>
        <a:p>
          <a:r>
            <a:rPr lang="en-US"/>
            <a:t>Only employees with role of “guide” can go on trips</a:t>
          </a:r>
        </a:p>
      </dgm:t>
    </dgm:pt>
    <dgm:pt modelId="{962091E6-96DC-41F3-BCEB-7E1F3235E7E7}" type="parTrans" cxnId="{0424D5CF-2F73-454B-92EA-C469069C4110}">
      <dgm:prSet/>
      <dgm:spPr/>
      <dgm:t>
        <a:bodyPr/>
        <a:lstStyle/>
        <a:p>
          <a:endParaRPr lang="en-US"/>
        </a:p>
      </dgm:t>
    </dgm:pt>
    <dgm:pt modelId="{45D92BD1-B235-42EE-927C-F44800C506B3}" type="sibTrans" cxnId="{0424D5CF-2F73-454B-92EA-C469069C4110}">
      <dgm:prSet/>
      <dgm:spPr/>
      <dgm:t>
        <a:bodyPr/>
        <a:lstStyle/>
        <a:p>
          <a:endParaRPr lang="en-US"/>
        </a:p>
      </dgm:t>
    </dgm:pt>
    <dgm:pt modelId="{0E25544E-F38A-4C6C-8F4E-39CB82E2567B}">
      <dgm:prSet/>
      <dgm:spPr/>
      <dgm:t>
        <a:bodyPr/>
        <a:lstStyle/>
        <a:p>
          <a:r>
            <a:rPr lang="en-US"/>
            <a:t>Customers purchase and rent from the store’s inventory</a:t>
          </a:r>
        </a:p>
      </dgm:t>
    </dgm:pt>
    <dgm:pt modelId="{171BC590-7821-492D-B2AA-888C0865023A}" type="parTrans" cxnId="{856A9F51-0AFA-4C22-A623-3317E60EDCB9}">
      <dgm:prSet/>
      <dgm:spPr/>
      <dgm:t>
        <a:bodyPr/>
        <a:lstStyle/>
        <a:p>
          <a:endParaRPr lang="en-US"/>
        </a:p>
      </dgm:t>
    </dgm:pt>
    <dgm:pt modelId="{42257E12-CF21-426B-9FD0-3622D8FAEC02}" type="sibTrans" cxnId="{856A9F51-0AFA-4C22-A623-3317E60EDCB9}">
      <dgm:prSet/>
      <dgm:spPr/>
      <dgm:t>
        <a:bodyPr/>
        <a:lstStyle/>
        <a:p>
          <a:endParaRPr lang="en-US"/>
        </a:p>
      </dgm:t>
    </dgm:pt>
    <dgm:pt modelId="{78ED5520-CF65-493F-B0BF-5F84FEA016F0}">
      <dgm:prSet/>
      <dgm:spPr/>
      <dgm:t>
        <a:bodyPr/>
        <a:lstStyle/>
        <a:p>
          <a:r>
            <a:rPr lang="en-US"/>
            <a:t>Each Inventory Item is one piece of equipment with an acquisition date</a:t>
          </a:r>
        </a:p>
      </dgm:t>
    </dgm:pt>
    <dgm:pt modelId="{337FF68C-73F7-473C-8960-31A41DAF05F9}" type="parTrans" cxnId="{06BECCEA-43E0-415A-B932-7905022E56CA}">
      <dgm:prSet/>
      <dgm:spPr/>
      <dgm:t>
        <a:bodyPr/>
        <a:lstStyle/>
        <a:p>
          <a:endParaRPr lang="en-US"/>
        </a:p>
      </dgm:t>
    </dgm:pt>
    <dgm:pt modelId="{51EFB73A-4C7F-420D-A6A8-53D189F430CE}" type="sibTrans" cxnId="{06BECCEA-43E0-415A-B932-7905022E56CA}">
      <dgm:prSet/>
      <dgm:spPr/>
      <dgm:t>
        <a:bodyPr/>
        <a:lstStyle/>
        <a:p>
          <a:endParaRPr lang="en-US"/>
        </a:p>
      </dgm:t>
    </dgm:pt>
    <dgm:pt modelId="{8FC716E7-D788-450D-96E8-3E88DC0F306E}">
      <dgm:prSet/>
      <dgm:spPr/>
      <dgm:t>
        <a:bodyPr/>
        <a:lstStyle/>
        <a:p>
          <a:r>
            <a:rPr lang="en-US"/>
            <a:t>Customers can purchase or rent equipment outside of bookings</a:t>
          </a:r>
        </a:p>
      </dgm:t>
    </dgm:pt>
    <dgm:pt modelId="{096F601D-3466-4734-BDB7-8CDC1220A44A}" type="parTrans" cxnId="{93F1E824-7412-4632-AEDD-03713DA13487}">
      <dgm:prSet/>
      <dgm:spPr/>
      <dgm:t>
        <a:bodyPr/>
        <a:lstStyle/>
        <a:p>
          <a:endParaRPr lang="en-US"/>
        </a:p>
      </dgm:t>
    </dgm:pt>
    <dgm:pt modelId="{8341E87A-B3BB-40CD-9BC9-0430ECAEF689}" type="sibTrans" cxnId="{93F1E824-7412-4632-AEDD-03713DA13487}">
      <dgm:prSet/>
      <dgm:spPr/>
      <dgm:t>
        <a:bodyPr/>
        <a:lstStyle/>
        <a:p>
          <a:endParaRPr lang="en-US"/>
        </a:p>
      </dgm:t>
    </dgm:pt>
    <dgm:pt modelId="{332AAF62-FCDB-43C6-B41E-846C18D25653}">
      <dgm:prSet/>
      <dgm:spPr/>
      <dgm:t>
        <a:bodyPr/>
        <a:lstStyle/>
        <a:p>
          <a:r>
            <a:rPr lang="en-US"/>
            <a:t>If an employee rents or purchases a piece of equipment, they must exist in the customer table</a:t>
          </a:r>
        </a:p>
      </dgm:t>
    </dgm:pt>
    <dgm:pt modelId="{156CDB0A-5161-4422-9D93-8727E864ADFB}" type="parTrans" cxnId="{176378DA-7595-41B9-AD44-57BB898D8FCA}">
      <dgm:prSet/>
      <dgm:spPr/>
      <dgm:t>
        <a:bodyPr/>
        <a:lstStyle/>
        <a:p>
          <a:endParaRPr lang="en-US"/>
        </a:p>
      </dgm:t>
    </dgm:pt>
    <dgm:pt modelId="{3AC32B8E-3A9D-4E7D-9123-9AE179C97B2E}" type="sibTrans" cxnId="{176378DA-7595-41B9-AD44-57BB898D8FCA}">
      <dgm:prSet/>
      <dgm:spPr/>
      <dgm:t>
        <a:bodyPr/>
        <a:lstStyle/>
        <a:p>
          <a:endParaRPr lang="en-US"/>
        </a:p>
      </dgm:t>
    </dgm:pt>
    <dgm:pt modelId="{4AA8625F-BDAD-4242-BD96-BF48792A23CB}">
      <dgm:prSet/>
      <dgm:spPr/>
      <dgm:t>
        <a:bodyPr/>
        <a:lstStyle/>
        <a:p>
          <a:r>
            <a:rPr lang="en-US"/>
            <a:t>Sold Items are marked as SOLD and are not available for further transactions</a:t>
          </a:r>
        </a:p>
      </dgm:t>
    </dgm:pt>
    <dgm:pt modelId="{1BFB6CC2-0819-4C4C-800A-E4A70FE7AA76}" type="parTrans" cxnId="{0833807B-2E64-47C9-ADE0-D69DF8CEA8E9}">
      <dgm:prSet/>
      <dgm:spPr/>
      <dgm:t>
        <a:bodyPr/>
        <a:lstStyle/>
        <a:p>
          <a:endParaRPr lang="en-US"/>
        </a:p>
      </dgm:t>
    </dgm:pt>
    <dgm:pt modelId="{5E9AE455-BB23-41ED-88DC-F18F2A4E1C39}" type="sibTrans" cxnId="{0833807B-2E64-47C9-ADE0-D69DF8CEA8E9}">
      <dgm:prSet/>
      <dgm:spPr/>
      <dgm:t>
        <a:bodyPr/>
        <a:lstStyle/>
        <a:p>
          <a:endParaRPr lang="en-US"/>
        </a:p>
      </dgm:t>
    </dgm:pt>
    <dgm:pt modelId="{A92FF5E3-EF1B-4F4A-9E49-F4F895336B00}">
      <dgm:prSet/>
      <dgm:spPr/>
      <dgm:t>
        <a:bodyPr/>
        <a:lstStyle/>
        <a:p>
          <a:r>
            <a:rPr lang="en-US"/>
            <a:t>Each customer on a trip needs a booking line</a:t>
          </a:r>
        </a:p>
      </dgm:t>
    </dgm:pt>
    <dgm:pt modelId="{86283F30-E441-4C8A-B1DA-A7D2AAD8F78D}" type="parTrans" cxnId="{539D3E6E-6675-457C-BF17-A298B31605B9}">
      <dgm:prSet/>
      <dgm:spPr/>
      <dgm:t>
        <a:bodyPr/>
        <a:lstStyle/>
        <a:p>
          <a:endParaRPr lang="en-US"/>
        </a:p>
      </dgm:t>
    </dgm:pt>
    <dgm:pt modelId="{A258ED9A-D410-47F9-88BE-32DC64AE81F7}" type="sibTrans" cxnId="{539D3E6E-6675-457C-BF17-A298B31605B9}">
      <dgm:prSet/>
      <dgm:spPr/>
      <dgm:t>
        <a:bodyPr/>
        <a:lstStyle/>
        <a:p>
          <a:endParaRPr lang="en-US"/>
        </a:p>
      </dgm:t>
    </dgm:pt>
    <dgm:pt modelId="{1077C7DB-1210-4D1A-86B4-B83E5A80BB71}" type="pres">
      <dgm:prSet presAssocID="{3356528B-5B52-4541-B1DE-CF2951933B54}" presName="diagram" presStyleCnt="0">
        <dgm:presLayoutVars>
          <dgm:dir/>
          <dgm:resizeHandles val="exact"/>
        </dgm:presLayoutVars>
      </dgm:prSet>
      <dgm:spPr/>
    </dgm:pt>
    <dgm:pt modelId="{0A40F20F-36CE-4327-AC6D-6D20CD0198AF}" type="pres">
      <dgm:prSet presAssocID="{53D614CE-8FB4-4661-A53E-FB0A05BB4320}" presName="node" presStyleLbl="node1" presStyleIdx="0" presStyleCnt="9">
        <dgm:presLayoutVars>
          <dgm:bulletEnabled val="1"/>
        </dgm:presLayoutVars>
      </dgm:prSet>
      <dgm:spPr/>
    </dgm:pt>
    <dgm:pt modelId="{81076A4F-748E-4422-9959-DC3D14B66988}" type="pres">
      <dgm:prSet presAssocID="{FBC129FC-3167-431A-BA38-0C53C9CEBBA5}" presName="sibTrans" presStyleCnt="0"/>
      <dgm:spPr/>
    </dgm:pt>
    <dgm:pt modelId="{542E0502-5F26-43E8-A0F8-4F769B360E50}" type="pres">
      <dgm:prSet presAssocID="{668285B1-C408-4EB9-AEBA-D42173BEC136}" presName="node" presStyleLbl="node1" presStyleIdx="1" presStyleCnt="9">
        <dgm:presLayoutVars>
          <dgm:bulletEnabled val="1"/>
        </dgm:presLayoutVars>
      </dgm:prSet>
      <dgm:spPr/>
    </dgm:pt>
    <dgm:pt modelId="{C87F5D0C-29F2-429A-9994-FDB1E720A9CC}" type="pres">
      <dgm:prSet presAssocID="{40A84D41-BF72-4459-BBDB-0F3911883F45}" presName="sibTrans" presStyleCnt="0"/>
      <dgm:spPr/>
    </dgm:pt>
    <dgm:pt modelId="{166A012F-6CD0-4CD3-8453-03D7C0E3172B}" type="pres">
      <dgm:prSet presAssocID="{BEFDE24C-4A8B-467B-B408-4FB8C408F6AF}" presName="node" presStyleLbl="node1" presStyleIdx="2" presStyleCnt="9">
        <dgm:presLayoutVars>
          <dgm:bulletEnabled val="1"/>
        </dgm:presLayoutVars>
      </dgm:prSet>
      <dgm:spPr/>
    </dgm:pt>
    <dgm:pt modelId="{C677B5CA-F4E5-44A1-8DE2-CE20215BCF43}" type="pres">
      <dgm:prSet presAssocID="{45D92BD1-B235-42EE-927C-F44800C506B3}" presName="sibTrans" presStyleCnt="0"/>
      <dgm:spPr/>
    </dgm:pt>
    <dgm:pt modelId="{FA201C93-D79A-4426-B220-3DAAE5BECDFD}" type="pres">
      <dgm:prSet presAssocID="{0E25544E-F38A-4C6C-8F4E-39CB82E2567B}" presName="node" presStyleLbl="node1" presStyleIdx="3" presStyleCnt="9">
        <dgm:presLayoutVars>
          <dgm:bulletEnabled val="1"/>
        </dgm:presLayoutVars>
      </dgm:prSet>
      <dgm:spPr/>
    </dgm:pt>
    <dgm:pt modelId="{266B685E-1C80-4FAA-8120-1E0D6ECFCA9F}" type="pres">
      <dgm:prSet presAssocID="{42257E12-CF21-426B-9FD0-3622D8FAEC02}" presName="sibTrans" presStyleCnt="0"/>
      <dgm:spPr/>
    </dgm:pt>
    <dgm:pt modelId="{E21107CF-683E-4765-BB1E-04D62FB65458}" type="pres">
      <dgm:prSet presAssocID="{78ED5520-CF65-493F-B0BF-5F84FEA016F0}" presName="node" presStyleLbl="node1" presStyleIdx="4" presStyleCnt="9">
        <dgm:presLayoutVars>
          <dgm:bulletEnabled val="1"/>
        </dgm:presLayoutVars>
      </dgm:prSet>
      <dgm:spPr/>
    </dgm:pt>
    <dgm:pt modelId="{31D5E337-0B94-4DFF-BFD6-FFD0B177D4CC}" type="pres">
      <dgm:prSet presAssocID="{51EFB73A-4C7F-420D-A6A8-53D189F430CE}" presName="sibTrans" presStyleCnt="0"/>
      <dgm:spPr/>
    </dgm:pt>
    <dgm:pt modelId="{A885ABB1-8FFC-4FB0-9DDA-F3550CC36639}" type="pres">
      <dgm:prSet presAssocID="{8FC716E7-D788-450D-96E8-3E88DC0F306E}" presName="node" presStyleLbl="node1" presStyleIdx="5" presStyleCnt="9">
        <dgm:presLayoutVars>
          <dgm:bulletEnabled val="1"/>
        </dgm:presLayoutVars>
      </dgm:prSet>
      <dgm:spPr/>
    </dgm:pt>
    <dgm:pt modelId="{B202D425-7A73-410B-94A1-A70E0B437E2B}" type="pres">
      <dgm:prSet presAssocID="{8341E87A-B3BB-40CD-9BC9-0430ECAEF689}" presName="sibTrans" presStyleCnt="0"/>
      <dgm:spPr/>
    </dgm:pt>
    <dgm:pt modelId="{810E66CE-9019-4B21-9C5D-17C0F7DB9916}" type="pres">
      <dgm:prSet presAssocID="{332AAF62-FCDB-43C6-B41E-846C18D25653}" presName="node" presStyleLbl="node1" presStyleIdx="6" presStyleCnt="9">
        <dgm:presLayoutVars>
          <dgm:bulletEnabled val="1"/>
        </dgm:presLayoutVars>
      </dgm:prSet>
      <dgm:spPr/>
    </dgm:pt>
    <dgm:pt modelId="{FAFBF436-0617-44C2-A219-1DF2F8940D0C}" type="pres">
      <dgm:prSet presAssocID="{3AC32B8E-3A9D-4E7D-9123-9AE179C97B2E}" presName="sibTrans" presStyleCnt="0"/>
      <dgm:spPr/>
    </dgm:pt>
    <dgm:pt modelId="{8A283F47-61F4-4906-80C0-26B5CA678998}" type="pres">
      <dgm:prSet presAssocID="{4AA8625F-BDAD-4242-BD96-BF48792A23CB}" presName="node" presStyleLbl="node1" presStyleIdx="7" presStyleCnt="9">
        <dgm:presLayoutVars>
          <dgm:bulletEnabled val="1"/>
        </dgm:presLayoutVars>
      </dgm:prSet>
      <dgm:spPr/>
    </dgm:pt>
    <dgm:pt modelId="{71E9BD3D-AB9A-4099-98A9-EA617101347E}" type="pres">
      <dgm:prSet presAssocID="{5E9AE455-BB23-41ED-88DC-F18F2A4E1C39}" presName="sibTrans" presStyleCnt="0"/>
      <dgm:spPr/>
    </dgm:pt>
    <dgm:pt modelId="{7604D431-E465-48E3-B855-A3CD6F5BFE08}" type="pres">
      <dgm:prSet presAssocID="{A92FF5E3-EF1B-4F4A-9E49-F4F895336B00}" presName="node" presStyleLbl="node1" presStyleIdx="8" presStyleCnt="9">
        <dgm:presLayoutVars>
          <dgm:bulletEnabled val="1"/>
        </dgm:presLayoutVars>
      </dgm:prSet>
      <dgm:spPr/>
    </dgm:pt>
  </dgm:ptLst>
  <dgm:cxnLst>
    <dgm:cxn modelId="{12672022-5258-4E4B-AD89-1C1917456235}" type="presOf" srcId="{4AA8625F-BDAD-4242-BD96-BF48792A23CB}" destId="{8A283F47-61F4-4906-80C0-26B5CA678998}" srcOrd="0" destOrd="0" presId="urn:microsoft.com/office/officeart/2005/8/layout/default"/>
    <dgm:cxn modelId="{93F1E824-7412-4632-AEDD-03713DA13487}" srcId="{3356528B-5B52-4541-B1DE-CF2951933B54}" destId="{8FC716E7-D788-450D-96E8-3E88DC0F306E}" srcOrd="5" destOrd="0" parTransId="{096F601D-3466-4734-BDB7-8CDC1220A44A}" sibTransId="{8341E87A-B3BB-40CD-9BC9-0430ECAEF689}"/>
    <dgm:cxn modelId="{52D8CC3D-7373-431D-AFDA-25AC932F2692}" type="presOf" srcId="{BEFDE24C-4A8B-467B-B408-4FB8C408F6AF}" destId="{166A012F-6CD0-4CD3-8453-03D7C0E3172B}" srcOrd="0" destOrd="0" presId="urn:microsoft.com/office/officeart/2005/8/layout/default"/>
    <dgm:cxn modelId="{3E8FE662-D7E0-4CFC-9E36-22BA888267B7}" type="presOf" srcId="{A92FF5E3-EF1B-4F4A-9E49-F4F895336B00}" destId="{7604D431-E465-48E3-B855-A3CD6F5BFE08}" srcOrd="0" destOrd="0" presId="urn:microsoft.com/office/officeart/2005/8/layout/default"/>
    <dgm:cxn modelId="{45F0F943-AC8A-4B79-BB5B-68A56276F2BC}" type="presOf" srcId="{78ED5520-CF65-493F-B0BF-5F84FEA016F0}" destId="{E21107CF-683E-4765-BB1E-04D62FB65458}" srcOrd="0" destOrd="0" presId="urn:microsoft.com/office/officeart/2005/8/layout/default"/>
    <dgm:cxn modelId="{539D3E6E-6675-457C-BF17-A298B31605B9}" srcId="{3356528B-5B52-4541-B1DE-CF2951933B54}" destId="{A92FF5E3-EF1B-4F4A-9E49-F4F895336B00}" srcOrd="8" destOrd="0" parTransId="{86283F30-E441-4C8A-B1DA-A7D2AAD8F78D}" sibTransId="{A258ED9A-D410-47F9-88BE-32DC64AE81F7}"/>
    <dgm:cxn modelId="{856A9F51-0AFA-4C22-A623-3317E60EDCB9}" srcId="{3356528B-5B52-4541-B1DE-CF2951933B54}" destId="{0E25544E-F38A-4C6C-8F4E-39CB82E2567B}" srcOrd="3" destOrd="0" parTransId="{171BC590-7821-492D-B2AA-888C0865023A}" sibTransId="{42257E12-CF21-426B-9FD0-3622D8FAEC02}"/>
    <dgm:cxn modelId="{0833807B-2E64-47C9-ADE0-D69DF8CEA8E9}" srcId="{3356528B-5B52-4541-B1DE-CF2951933B54}" destId="{4AA8625F-BDAD-4242-BD96-BF48792A23CB}" srcOrd="7" destOrd="0" parTransId="{1BFB6CC2-0819-4C4C-800A-E4A70FE7AA76}" sibTransId="{5E9AE455-BB23-41ED-88DC-F18F2A4E1C39}"/>
    <dgm:cxn modelId="{03ED4880-DA2C-4CAA-9CA8-8157E3D3BDEB}" type="presOf" srcId="{668285B1-C408-4EB9-AEBA-D42173BEC136}" destId="{542E0502-5F26-43E8-A0F8-4F769B360E50}" srcOrd="0" destOrd="0" presId="urn:microsoft.com/office/officeart/2005/8/layout/default"/>
    <dgm:cxn modelId="{93B239A0-4B67-4492-B240-E38975002006}" type="presOf" srcId="{332AAF62-FCDB-43C6-B41E-846C18D25653}" destId="{810E66CE-9019-4B21-9C5D-17C0F7DB9916}" srcOrd="0" destOrd="0" presId="urn:microsoft.com/office/officeart/2005/8/layout/default"/>
    <dgm:cxn modelId="{B2A23DAA-964D-485B-8DD9-364CED70EE20}" type="presOf" srcId="{53D614CE-8FB4-4661-A53E-FB0A05BB4320}" destId="{0A40F20F-36CE-4327-AC6D-6D20CD0198AF}" srcOrd="0" destOrd="0" presId="urn:microsoft.com/office/officeart/2005/8/layout/default"/>
    <dgm:cxn modelId="{A1CF35C1-4A6A-4040-884D-7FED51F2D43C}" type="presOf" srcId="{8FC716E7-D788-450D-96E8-3E88DC0F306E}" destId="{A885ABB1-8FFC-4FB0-9DDA-F3550CC36639}" srcOrd="0" destOrd="0" presId="urn:microsoft.com/office/officeart/2005/8/layout/default"/>
    <dgm:cxn modelId="{DFCAFDC5-9D81-4C5D-921E-69449411EA29}" srcId="{3356528B-5B52-4541-B1DE-CF2951933B54}" destId="{668285B1-C408-4EB9-AEBA-D42173BEC136}" srcOrd="1" destOrd="0" parTransId="{346AB399-A1E3-42CE-9BCE-C9B61EADFCD7}" sibTransId="{40A84D41-BF72-4459-BBDB-0F3911883F45}"/>
    <dgm:cxn modelId="{0424D5CF-2F73-454B-92EA-C469069C4110}" srcId="{3356528B-5B52-4541-B1DE-CF2951933B54}" destId="{BEFDE24C-4A8B-467B-B408-4FB8C408F6AF}" srcOrd="2" destOrd="0" parTransId="{962091E6-96DC-41F3-BCEB-7E1F3235E7E7}" sibTransId="{45D92BD1-B235-42EE-927C-F44800C506B3}"/>
    <dgm:cxn modelId="{176378DA-7595-41B9-AD44-57BB898D8FCA}" srcId="{3356528B-5B52-4541-B1DE-CF2951933B54}" destId="{332AAF62-FCDB-43C6-B41E-846C18D25653}" srcOrd="6" destOrd="0" parTransId="{156CDB0A-5161-4422-9D93-8727E864ADFB}" sibTransId="{3AC32B8E-3A9D-4E7D-9123-9AE179C97B2E}"/>
    <dgm:cxn modelId="{3F6EA2DF-E1BE-4D07-86ED-732D196B39DF}" type="presOf" srcId="{3356528B-5B52-4541-B1DE-CF2951933B54}" destId="{1077C7DB-1210-4D1A-86B4-B83E5A80BB71}" srcOrd="0" destOrd="0" presId="urn:microsoft.com/office/officeart/2005/8/layout/default"/>
    <dgm:cxn modelId="{06BECCEA-43E0-415A-B932-7905022E56CA}" srcId="{3356528B-5B52-4541-B1DE-CF2951933B54}" destId="{78ED5520-CF65-493F-B0BF-5F84FEA016F0}" srcOrd="4" destOrd="0" parTransId="{337FF68C-73F7-473C-8960-31A41DAF05F9}" sibTransId="{51EFB73A-4C7F-420D-A6A8-53D189F430CE}"/>
    <dgm:cxn modelId="{436C00ED-C5CF-4124-9835-6004743598D7}" type="presOf" srcId="{0E25544E-F38A-4C6C-8F4E-39CB82E2567B}" destId="{FA201C93-D79A-4426-B220-3DAAE5BECDFD}" srcOrd="0" destOrd="0" presId="urn:microsoft.com/office/officeart/2005/8/layout/default"/>
    <dgm:cxn modelId="{1D21A0F7-1AC8-435A-B942-FE6578691FE2}" srcId="{3356528B-5B52-4541-B1DE-CF2951933B54}" destId="{53D614CE-8FB4-4661-A53E-FB0A05BB4320}" srcOrd="0" destOrd="0" parTransId="{7B5FDA43-1E6B-451A-832F-D995DC6DF3A1}" sibTransId="{FBC129FC-3167-431A-BA38-0C53C9CEBBA5}"/>
    <dgm:cxn modelId="{DEBEA202-3254-4A3A-BFBE-E77575561BF3}" type="presParOf" srcId="{1077C7DB-1210-4D1A-86B4-B83E5A80BB71}" destId="{0A40F20F-36CE-4327-AC6D-6D20CD0198AF}" srcOrd="0" destOrd="0" presId="urn:microsoft.com/office/officeart/2005/8/layout/default"/>
    <dgm:cxn modelId="{89D34A16-85FE-46D9-8A4C-DACA24B0C288}" type="presParOf" srcId="{1077C7DB-1210-4D1A-86B4-B83E5A80BB71}" destId="{81076A4F-748E-4422-9959-DC3D14B66988}" srcOrd="1" destOrd="0" presId="urn:microsoft.com/office/officeart/2005/8/layout/default"/>
    <dgm:cxn modelId="{562E4C6E-7F8A-4711-909E-AF9AFBFFCF0A}" type="presParOf" srcId="{1077C7DB-1210-4D1A-86B4-B83E5A80BB71}" destId="{542E0502-5F26-43E8-A0F8-4F769B360E50}" srcOrd="2" destOrd="0" presId="urn:microsoft.com/office/officeart/2005/8/layout/default"/>
    <dgm:cxn modelId="{E4A34036-A5FA-4098-A6CC-AE5A34C91B88}" type="presParOf" srcId="{1077C7DB-1210-4D1A-86B4-B83E5A80BB71}" destId="{C87F5D0C-29F2-429A-9994-FDB1E720A9CC}" srcOrd="3" destOrd="0" presId="urn:microsoft.com/office/officeart/2005/8/layout/default"/>
    <dgm:cxn modelId="{9A53B219-0528-4481-8165-D8DE5863C29D}" type="presParOf" srcId="{1077C7DB-1210-4D1A-86B4-B83E5A80BB71}" destId="{166A012F-6CD0-4CD3-8453-03D7C0E3172B}" srcOrd="4" destOrd="0" presId="urn:microsoft.com/office/officeart/2005/8/layout/default"/>
    <dgm:cxn modelId="{BD38AB0A-4BB1-418A-9D7E-EE225D2802D4}" type="presParOf" srcId="{1077C7DB-1210-4D1A-86B4-B83E5A80BB71}" destId="{C677B5CA-F4E5-44A1-8DE2-CE20215BCF43}" srcOrd="5" destOrd="0" presId="urn:microsoft.com/office/officeart/2005/8/layout/default"/>
    <dgm:cxn modelId="{401D9056-4EAD-480E-A049-AB0842329A9E}" type="presParOf" srcId="{1077C7DB-1210-4D1A-86B4-B83E5A80BB71}" destId="{FA201C93-D79A-4426-B220-3DAAE5BECDFD}" srcOrd="6" destOrd="0" presId="urn:microsoft.com/office/officeart/2005/8/layout/default"/>
    <dgm:cxn modelId="{B6B3A0ED-32AA-44E5-AD23-B6602E0AB83C}" type="presParOf" srcId="{1077C7DB-1210-4D1A-86B4-B83E5A80BB71}" destId="{266B685E-1C80-4FAA-8120-1E0D6ECFCA9F}" srcOrd="7" destOrd="0" presId="urn:microsoft.com/office/officeart/2005/8/layout/default"/>
    <dgm:cxn modelId="{88942356-E9B5-4C05-AAA3-A8DBA53A6B2E}" type="presParOf" srcId="{1077C7DB-1210-4D1A-86B4-B83E5A80BB71}" destId="{E21107CF-683E-4765-BB1E-04D62FB65458}" srcOrd="8" destOrd="0" presId="urn:microsoft.com/office/officeart/2005/8/layout/default"/>
    <dgm:cxn modelId="{1C51274C-3A65-49AB-A1E2-1E50E2E27B22}" type="presParOf" srcId="{1077C7DB-1210-4D1A-86B4-B83E5A80BB71}" destId="{31D5E337-0B94-4DFF-BFD6-FFD0B177D4CC}" srcOrd="9" destOrd="0" presId="urn:microsoft.com/office/officeart/2005/8/layout/default"/>
    <dgm:cxn modelId="{8B7A396A-409B-41F5-A68D-99B5AB82EB93}" type="presParOf" srcId="{1077C7DB-1210-4D1A-86B4-B83E5A80BB71}" destId="{A885ABB1-8FFC-4FB0-9DDA-F3550CC36639}" srcOrd="10" destOrd="0" presId="urn:microsoft.com/office/officeart/2005/8/layout/default"/>
    <dgm:cxn modelId="{737CEA13-595C-404B-9F04-72F537E1C1A2}" type="presParOf" srcId="{1077C7DB-1210-4D1A-86B4-B83E5A80BB71}" destId="{B202D425-7A73-410B-94A1-A70E0B437E2B}" srcOrd="11" destOrd="0" presId="urn:microsoft.com/office/officeart/2005/8/layout/default"/>
    <dgm:cxn modelId="{DFDEBC38-9C55-45A9-8C22-ADF853177C25}" type="presParOf" srcId="{1077C7DB-1210-4D1A-86B4-B83E5A80BB71}" destId="{810E66CE-9019-4B21-9C5D-17C0F7DB9916}" srcOrd="12" destOrd="0" presId="urn:microsoft.com/office/officeart/2005/8/layout/default"/>
    <dgm:cxn modelId="{A7024718-8FDC-4AC9-8247-CFDBD86DB661}" type="presParOf" srcId="{1077C7DB-1210-4D1A-86B4-B83E5A80BB71}" destId="{FAFBF436-0617-44C2-A219-1DF2F8940D0C}" srcOrd="13" destOrd="0" presId="urn:microsoft.com/office/officeart/2005/8/layout/default"/>
    <dgm:cxn modelId="{8336AE54-3AE0-42D8-961C-C6C1B267B19E}" type="presParOf" srcId="{1077C7DB-1210-4D1A-86B4-B83E5A80BB71}" destId="{8A283F47-61F4-4906-80C0-26B5CA678998}" srcOrd="14" destOrd="0" presId="urn:microsoft.com/office/officeart/2005/8/layout/default"/>
    <dgm:cxn modelId="{A1804434-1E8B-4D9E-AB35-71C88CD80557}" type="presParOf" srcId="{1077C7DB-1210-4D1A-86B4-B83E5A80BB71}" destId="{71E9BD3D-AB9A-4099-98A9-EA617101347E}" srcOrd="15" destOrd="0" presId="urn:microsoft.com/office/officeart/2005/8/layout/default"/>
    <dgm:cxn modelId="{5203820B-CB44-4952-8CBD-5B196FAAB293}" type="presParOf" srcId="{1077C7DB-1210-4D1A-86B4-B83E5A80BB71}" destId="{7604D431-E465-48E3-B855-A3CD6F5BFE08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29E62-AB2F-4986-86E0-6A8E3456E84A}">
      <dsp:nvSpPr>
        <dsp:cNvPr id="0" name=""/>
        <dsp:cNvSpPr/>
      </dsp:nvSpPr>
      <dsp:spPr>
        <a:xfrm>
          <a:off x="0" y="107339"/>
          <a:ext cx="5943599" cy="4422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Employee</a:t>
          </a:r>
        </a:p>
      </dsp:txBody>
      <dsp:txXfrm>
        <a:off x="21589" y="128928"/>
        <a:ext cx="5900421" cy="399081"/>
      </dsp:txXfrm>
    </dsp:sp>
    <dsp:sp modelId="{2143B880-28BC-4A9F-85F6-C6B38B8A4AC4}">
      <dsp:nvSpPr>
        <dsp:cNvPr id="0" name=""/>
        <dsp:cNvSpPr/>
      </dsp:nvSpPr>
      <dsp:spPr>
        <a:xfrm>
          <a:off x="0" y="610079"/>
          <a:ext cx="5943599" cy="442259"/>
        </a:xfrm>
        <a:prstGeom prst="roundRect">
          <a:avLst/>
        </a:prstGeom>
        <a:solidFill>
          <a:schemeClr val="accent2">
            <a:hueOff val="-76381"/>
            <a:satOff val="591"/>
            <a:lumOff val="5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Customer</a:t>
          </a:r>
        </a:p>
      </dsp:txBody>
      <dsp:txXfrm>
        <a:off x="21589" y="631668"/>
        <a:ext cx="5900421" cy="399081"/>
      </dsp:txXfrm>
    </dsp:sp>
    <dsp:sp modelId="{9DE4981E-DD9D-4570-BD44-68EE3BB9F924}">
      <dsp:nvSpPr>
        <dsp:cNvPr id="0" name=""/>
        <dsp:cNvSpPr/>
      </dsp:nvSpPr>
      <dsp:spPr>
        <a:xfrm>
          <a:off x="0" y="1112819"/>
          <a:ext cx="5943599" cy="442259"/>
        </a:xfrm>
        <a:prstGeom prst="roundRect">
          <a:avLst/>
        </a:prstGeom>
        <a:solidFill>
          <a:schemeClr val="accent2">
            <a:hueOff val="-152762"/>
            <a:satOff val="1182"/>
            <a:lumOff val="10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Inventory Item</a:t>
          </a:r>
        </a:p>
      </dsp:txBody>
      <dsp:txXfrm>
        <a:off x="21589" y="1134408"/>
        <a:ext cx="5900421" cy="399081"/>
      </dsp:txXfrm>
    </dsp:sp>
    <dsp:sp modelId="{183FBDA8-78BA-49D0-8DD3-FE7EA43302F1}">
      <dsp:nvSpPr>
        <dsp:cNvPr id="0" name=""/>
        <dsp:cNvSpPr/>
      </dsp:nvSpPr>
      <dsp:spPr>
        <a:xfrm>
          <a:off x="0" y="1615559"/>
          <a:ext cx="5943599" cy="442259"/>
        </a:xfrm>
        <a:prstGeom prst="roundRect">
          <a:avLst/>
        </a:prstGeom>
        <a:solidFill>
          <a:schemeClr val="accent2">
            <a:hueOff val="-229143"/>
            <a:satOff val="1773"/>
            <a:lumOff val="16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Transaction</a:t>
          </a:r>
        </a:p>
      </dsp:txBody>
      <dsp:txXfrm>
        <a:off x="21589" y="1637148"/>
        <a:ext cx="5900421" cy="399081"/>
      </dsp:txXfrm>
    </dsp:sp>
    <dsp:sp modelId="{020E2739-5813-4E6C-9D1A-49730C0B5F47}">
      <dsp:nvSpPr>
        <dsp:cNvPr id="0" name=""/>
        <dsp:cNvSpPr/>
      </dsp:nvSpPr>
      <dsp:spPr>
        <a:xfrm>
          <a:off x="0" y="2118299"/>
          <a:ext cx="5943599" cy="442259"/>
        </a:xfrm>
        <a:prstGeom prst="roundRect">
          <a:avLst/>
        </a:prstGeom>
        <a:solidFill>
          <a:schemeClr val="accent2">
            <a:hueOff val="-305524"/>
            <a:satOff val="2364"/>
            <a:lumOff val="21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TransactionXInventoryItem</a:t>
          </a:r>
        </a:p>
      </dsp:txBody>
      <dsp:txXfrm>
        <a:off x="21589" y="2139888"/>
        <a:ext cx="5900421" cy="399081"/>
      </dsp:txXfrm>
    </dsp:sp>
    <dsp:sp modelId="{54B43524-EBD3-41CD-B1DD-AE6E3E76EFE1}">
      <dsp:nvSpPr>
        <dsp:cNvPr id="0" name=""/>
        <dsp:cNvSpPr/>
      </dsp:nvSpPr>
      <dsp:spPr>
        <a:xfrm>
          <a:off x="0" y="2621039"/>
          <a:ext cx="5943599" cy="442259"/>
        </a:xfrm>
        <a:prstGeom prst="roundRect">
          <a:avLst/>
        </a:prstGeom>
        <a:solidFill>
          <a:schemeClr val="accent2">
            <a:hueOff val="-381905"/>
            <a:satOff val="2956"/>
            <a:lumOff val="2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Experience</a:t>
          </a:r>
        </a:p>
      </dsp:txBody>
      <dsp:txXfrm>
        <a:off x="21589" y="2642628"/>
        <a:ext cx="5900421" cy="399081"/>
      </dsp:txXfrm>
    </dsp:sp>
    <dsp:sp modelId="{B7EDD25E-D3D5-40D1-9965-4DF262774B1B}">
      <dsp:nvSpPr>
        <dsp:cNvPr id="0" name=""/>
        <dsp:cNvSpPr/>
      </dsp:nvSpPr>
      <dsp:spPr>
        <a:xfrm>
          <a:off x="0" y="3123779"/>
          <a:ext cx="5943599" cy="442259"/>
        </a:xfrm>
        <a:prstGeom prst="roundRect">
          <a:avLst/>
        </a:prstGeom>
        <a:solidFill>
          <a:schemeClr val="accent2">
            <a:hueOff val="-458286"/>
            <a:satOff val="3547"/>
            <a:lumOff val="32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Trip</a:t>
          </a:r>
        </a:p>
      </dsp:txBody>
      <dsp:txXfrm>
        <a:off x="21589" y="3145368"/>
        <a:ext cx="5900421" cy="399081"/>
      </dsp:txXfrm>
    </dsp:sp>
    <dsp:sp modelId="{25F44EF1-E83C-47F7-8014-D9E5E8C773A1}">
      <dsp:nvSpPr>
        <dsp:cNvPr id="0" name=""/>
        <dsp:cNvSpPr/>
      </dsp:nvSpPr>
      <dsp:spPr>
        <a:xfrm>
          <a:off x="0" y="3626520"/>
          <a:ext cx="5943599" cy="442259"/>
        </a:xfrm>
        <a:prstGeom prst="roundRect">
          <a:avLst/>
        </a:prstGeom>
        <a:solidFill>
          <a:schemeClr val="accent2">
            <a:hueOff val="-534667"/>
            <a:satOff val="4138"/>
            <a:lumOff val="38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TripXEmployee</a:t>
          </a:r>
        </a:p>
      </dsp:txBody>
      <dsp:txXfrm>
        <a:off x="21589" y="3648109"/>
        <a:ext cx="5900421" cy="399081"/>
      </dsp:txXfrm>
    </dsp:sp>
    <dsp:sp modelId="{1B0EF5E8-9A6E-4FA7-ABFD-512C19399158}">
      <dsp:nvSpPr>
        <dsp:cNvPr id="0" name=""/>
        <dsp:cNvSpPr/>
      </dsp:nvSpPr>
      <dsp:spPr>
        <a:xfrm>
          <a:off x="0" y="4129260"/>
          <a:ext cx="5943599" cy="442259"/>
        </a:xfrm>
        <a:prstGeom prst="roundRect">
          <a:avLst/>
        </a:prstGeom>
        <a:solidFill>
          <a:schemeClr val="accent2">
            <a:hueOff val="-611048"/>
            <a:satOff val="4729"/>
            <a:lumOff val="43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Booking</a:t>
          </a:r>
        </a:p>
      </dsp:txBody>
      <dsp:txXfrm>
        <a:off x="21589" y="4150849"/>
        <a:ext cx="5900421" cy="399081"/>
      </dsp:txXfrm>
    </dsp:sp>
    <dsp:sp modelId="{8ED53D41-1A76-4F2D-89EA-B9644ABA2869}">
      <dsp:nvSpPr>
        <dsp:cNvPr id="0" name=""/>
        <dsp:cNvSpPr/>
      </dsp:nvSpPr>
      <dsp:spPr>
        <a:xfrm>
          <a:off x="0" y="4632000"/>
          <a:ext cx="5943599" cy="442259"/>
        </a:xfrm>
        <a:prstGeom prst="roundRect">
          <a:avLst/>
        </a:prstGeom>
        <a:solidFill>
          <a:schemeClr val="accent2">
            <a:hueOff val="-687429"/>
            <a:satOff val="5320"/>
            <a:lumOff val="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Region	</a:t>
          </a:r>
        </a:p>
      </dsp:txBody>
      <dsp:txXfrm>
        <a:off x="21589" y="4653589"/>
        <a:ext cx="5900421" cy="3990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0F20F-36CE-4327-AC6D-6D20CD0198AF}">
      <dsp:nvSpPr>
        <dsp:cNvPr id="0" name=""/>
        <dsp:cNvSpPr/>
      </dsp:nvSpPr>
      <dsp:spPr>
        <a:xfrm>
          <a:off x="1021144" y="152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Employees can only have only one role in the company</a:t>
          </a:r>
        </a:p>
      </dsp:txBody>
      <dsp:txXfrm>
        <a:off x="1021144" y="1520"/>
        <a:ext cx="1950128" cy="1170077"/>
      </dsp:txXfrm>
    </dsp:sp>
    <dsp:sp modelId="{542E0502-5F26-43E8-A0F8-4F769B360E50}">
      <dsp:nvSpPr>
        <dsp:cNvPr id="0" name=""/>
        <dsp:cNvSpPr/>
      </dsp:nvSpPr>
      <dsp:spPr>
        <a:xfrm>
          <a:off x="3166285" y="152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trip can occur only in one region</a:t>
          </a:r>
        </a:p>
      </dsp:txBody>
      <dsp:txXfrm>
        <a:off x="3166285" y="1520"/>
        <a:ext cx="1950128" cy="1170077"/>
      </dsp:txXfrm>
    </dsp:sp>
    <dsp:sp modelId="{166A012F-6CD0-4CD3-8453-03D7C0E3172B}">
      <dsp:nvSpPr>
        <dsp:cNvPr id="0" name=""/>
        <dsp:cNvSpPr/>
      </dsp:nvSpPr>
      <dsp:spPr>
        <a:xfrm>
          <a:off x="5311426" y="152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Only employees with role of “guide” can go on trips</a:t>
          </a:r>
        </a:p>
      </dsp:txBody>
      <dsp:txXfrm>
        <a:off x="5311426" y="1520"/>
        <a:ext cx="1950128" cy="1170077"/>
      </dsp:txXfrm>
    </dsp:sp>
    <dsp:sp modelId="{FA201C93-D79A-4426-B220-3DAAE5BECDFD}">
      <dsp:nvSpPr>
        <dsp:cNvPr id="0" name=""/>
        <dsp:cNvSpPr/>
      </dsp:nvSpPr>
      <dsp:spPr>
        <a:xfrm>
          <a:off x="7456568" y="152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Customers purchase and rent from the store’s inventory</a:t>
          </a:r>
        </a:p>
      </dsp:txBody>
      <dsp:txXfrm>
        <a:off x="7456568" y="1520"/>
        <a:ext cx="1950128" cy="1170077"/>
      </dsp:txXfrm>
    </dsp:sp>
    <dsp:sp modelId="{E21107CF-683E-4765-BB1E-04D62FB65458}">
      <dsp:nvSpPr>
        <dsp:cNvPr id="0" name=""/>
        <dsp:cNvSpPr/>
      </dsp:nvSpPr>
      <dsp:spPr>
        <a:xfrm>
          <a:off x="1021144" y="136661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Inventory Item is one piece of equipment with an acquisition date</a:t>
          </a:r>
        </a:p>
      </dsp:txBody>
      <dsp:txXfrm>
        <a:off x="1021144" y="1366610"/>
        <a:ext cx="1950128" cy="1170077"/>
      </dsp:txXfrm>
    </dsp:sp>
    <dsp:sp modelId="{A885ABB1-8FFC-4FB0-9DDA-F3550CC36639}">
      <dsp:nvSpPr>
        <dsp:cNvPr id="0" name=""/>
        <dsp:cNvSpPr/>
      </dsp:nvSpPr>
      <dsp:spPr>
        <a:xfrm>
          <a:off x="3166285" y="136661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Customers can purchase or rent equipment outside of bookings</a:t>
          </a:r>
        </a:p>
      </dsp:txBody>
      <dsp:txXfrm>
        <a:off x="3166285" y="1366610"/>
        <a:ext cx="1950128" cy="1170077"/>
      </dsp:txXfrm>
    </dsp:sp>
    <dsp:sp modelId="{810E66CE-9019-4B21-9C5D-17C0F7DB9916}">
      <dsp:nvSpPr>
        <dsp:cNvPr id="0" name=""/>
        <dsp:cNvSpPr/>
      </dsp:nvSpPr>
      <dsp:spPr>
        <a:xfrm>
          <a:off x="5311426" y="136661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If an employee rents or purchases a piece of equipment, they must exist in the customer table</a:t>
          </a:r>
        </a:p>
      </dsp:txBody>
      <dsp:txXfrm>
        <a:off x="5311426" y="1366610"/>
        <a:ext cx="1950128" cy="1170077"/>
      </dsp:txXfrm>
    </dsp:sp>
    <dsp:sp modelId="{8A283F47-61F4-4906-80C0-26B5CA678998}">
      <dsp:nvSpPr>
        <dsp:cNvPr id="0" name=""/>
        <dsp:cNvSpPr/>
      </dsp:nvSpPr>
      <dsp:spPr>
        <a:xfrm>
          <a:off x="7456568" y="136661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Sold Items are marked as SOLD and are not available for further transactions</a:t>
          </a:r>
        </a:p>
      </dsp:txBody>
      <dsp:txXfrm>
        <a:off x="7456568" y="1366610"/>
        <a:ext cx="1950128" cy="1170077"/>
      </dsp:txXfrm>
    </dsp:sp>
    <dsp:sp modelId="{7604D431-E465-48E3-B855-A3CD6F5BFE08}">
      <dsp:nvSpPr>
        <dsp:cNvPr id="0" name=""/>
        <dsp:cNvSpPr/>
      </dsp:nvSpPr>
      <dsp:spPr>
        <a:xfrm>
          <a:off x="4238856" y="2731700"/>
          <a:ext cx="1950128" cy="1170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customer on a trip needs a booking line</a:t>
          </a:r>
        </a:p>
      </dsp:txBody>
      <dsp:txXfrm>
        <a:off x="4238856" y="2731700"/>
        <a:ext cx="1950128" cy="1170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2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8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3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9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6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9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4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46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38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9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3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422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69F96FE-C3F5-4F02-8428-78ADCB975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8EFC8-9ADE-3732-3AAF-8EEB6B730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76" y="1506072"/>
            <a:ext cx="4979254" cy="3779457"/>
          </a:xfrm>
        </p:spPr>
        <p:txBody>
          <a:bodyPr anchor="b">
            <a:normAutofit/>
          </a:bodyPr>
          <a:lstStyle/>
          <a:p>
            <a:r>
              <a:rPr lang="en-US"/>
              <a:t>Outland Adventures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B683E-2716-DB19-8A3A-531237F77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8042" y="5727782"/>
            <a:ext cx="10381316" cy="464358"/>
          </a:xfrm>
        </p:spPr>
        <p:txBody>
          <a:bodyPr anchor="ctr">
            <a:normAutofit/>
          </a:bodyPr>
          <a:lstStyle/>
          <a:p>
            <a:pPr algn="r"/>
            <a:r>
              <a:rPr lang="en-US"/>
              <a:t>Katherine Graham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1DE96-9C7C-9155-1E20-3CA6865F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08" r="21219" b="-3"/>
          <a:stretch>
            <a:fillRect/>
          </a:stretch>
        </p:blipFill>
        <p:spPr>
          <a:xfrm>
            <a:off x="6858000" y="840250"/>
            <a:ext cx="4422091" cy="4268735"/>
          </a:xfrm>
          <a:custGeom>
            <a:avLst/>
            <a:gdLst/>
            <a:ahLst/>
            <a:cxnLst/>
            <a:rect l="l" t="t" r="r" b="b"/>
            <a:pathLst>
              <a:path w="4422091" h="4268735">
                <a:moveTo>
                  <a:pt x="2210784" y="0"/>
                </a:moveTo>
                <a:cubicBezTo>
                  <a:pt x="2210938" y="0"/>
                  <a:pt x="2211148" y="0"/>
                  <a:pt x="2211308" y="0"/>
                </a:cubicBezTo>
                <a:cubicBezTo>
                  <a:pt x="3432308" y="0"/>
                  <a:pt x="4422091" y="989807"/>
                  <a:pt x="4422091" y="2210785"/>
                </a:cubicBezTo>
                <a:lnTo>
                  <a:pt x="4422091" y="4268735"/>
                </a:lnTo>
                <a:lnTo>
                  <a:pt x="0" y="4268735"/>
                </a:lnTo>
                <a:lnTo>
                  <a:pt x="0" y="2210785"/>
                </a:lnTo>
                <a:cubicBezTo>
                  <a:pt x="0" y="989807"/>
                  <a:pt x="989780" y="0"/>
                  <a:pt x="2210784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BEECB0-0766-4C59-B86E-5D26B7D8E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4990" y="5503528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359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ACE703B-177A-4A03-827E-692635A35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290B4-22AD-3F95-B69F-773C7639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958297"/>
            <a:ext cx="4085665" cy="2195027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5" name="Picture 4" descr="Travel essentials on a table">
            <a:extLst>
              <a:ext uri="{FF2B5EF4-FFF2-40B4-BE49-F238E27FC236}">
                <a16:creationId xmlns:a16="http://schemas.microsoft.com/office/drawing/2014/main" id="{99F58053-406A-145C-BCBE-60C4CA1DE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40" b="40926"/>
          <a:stretch>
            <a:fillRect/>
          </a:stretch>
        </p:blipFill>
        <p:spPr>
          <a:xfrm>
            <a:off x="20" y="10"/>
            <a:ext cx="12191979" cy="342899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C0D56F-4A65-48B9-843D-F9D262C35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34000" y="4244223"/>
            <a:ext cx="0" cy="1623177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AE5C-FDB1-911D-93BA-7317DBC7E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505" y="3958297"/>
            <a:ext cx="4883021" cy="2195027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dirty="0"/>
              <a:t>Blythe </a:t>
            </a:r>
            <a:r>
              <a:rPr lang="en-US" sz="1900" dirty="0" err="1"/>
              <a:t>Timmerson</a:t>
            </a:r>
            <a:r>
              <a:rPr lang="en-US" sz="1900" dirty="0"/>
              <a:t> and Jim Ford opened Outland Adventures to plan trips, lead trips, and rent and sell inventory. 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Purpose: To create a database for outland adventures to store and manage customer, trip, booking, employee, inventory data. </a:t>
            </a:r>
          </a:p>
        </p:txBody>
      </p:sp>
    </p:spTree>
    <p:extLst>
      <p:ext uri="{BB962C8B-B14F-4D97-AF65-F5344CB8AC3E}">
        <p14:creationId xmlns:p14="http://schemas.microsoft.com/office/powerpoint/2010/main" val="83286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E3B514-83FE-45D4-988C-78925DD1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37BAE-7272-C7EE-293D-E84C3DC33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4" y="800100"/>
            <a:ext cx="3945531" cy="1443597"/>
          </a:xfrm>
        </p:spPr>
        <p:txBody>
          <a:bodyPr anchor="b">
            <a:normAutofit/>
          </a:bodyPr>
          <a:lstStyle/>
          <a:p>
            <a:pPr algn="r"/>
            <a:r>
              <a:rPr lang="en-US"/>
              <a:t>Tables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7CBF7F-92AD-42B8-AA3E-C4AF7A2A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10100" y="2589817"/>
            <a:ext cx="0" cy="3468083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13A72D0-D4DA-55FB-FA9A-12B16B948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817608"/>
              </p:ext>
            </p:extLst>
          </p:nvPr>
        </p:nvGraphicFramePr>
        <p:xfrm>
          <a:off x="5334000" y="876300"/>
          <a:ext cx="5943599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444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E3B514-83FE-45D4-988C-78925DD1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2EA9C3-1B80-CDA7-96CA-4CA31D6F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4" y="800100"/>
            <a:ext cx="3945531" cy="1443597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Business Rules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7CBF7F-92AD-42B8-AA3E-C4AF7A2A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10100" y="2589817"/>
            <a:ext cx="0" cy="3468083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7BDE-D741-1932-22F4-5881903F8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977" y="367259"/>
            <a:ext cx="6659222" cy="6220918"/>
          </a:xfrm>
        </p:spPr>
        <p:txBody>
          <a:bodyPr anchor="b"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600" dirty="0"/>
              <a:t>Customers can have zero or many bookings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Each booking is associated with exactly one customer.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A trip can have one or many bookings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Each booking is exactly one trip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An experience may have one or many trips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Each trip is exactly one experience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A trip can have one or many guides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Each transaction is exactly one customer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A customer can have 0 or many transactions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Each transaction contains one or many items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Each transaction line is exactly on inventory item and is classified as a rental or a purchase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Each trip occurs in only one region</a:t>
            </a:r>
          </a:p>
          <a:p>
            <a:pPr lvl="0">
              <a:lnSpc>
                <a:spcPct val="110000"/>
              </a:lnSpc>
            </a:pPr>
            <a:r>
              <a:rPr lang="en-US" sz="1600" dirty="0"/>
              <a:t>A region can have zero or many trips</a:t>
            </a:r>
          </a:p>
          <a:p>
            <a:pPr>
              <a:lnSpc>
                <a:spcPct val="11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930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7270-469E-7B44-21D2-8D848BB4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026A8A-54E7-6A36-E276-557CBC7A75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9758" y="2065984"/>
          <a:ext cx="10427841" cy="3903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150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7026-9C95-35F1-0078-E89E7566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07E295-D067-CA6C-3603-BD09F6332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481" y="293438"/>
            <a:ext cx="8792758" cy="627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5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E5B1-052F-D0AD-EA8F-12E4BA48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A5FD-3E61-930C-495C-3D635E9DA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there inventory items that are over five years old?</a:t>
            </a:r>
          </a:p>
          <a:p>
            <a:r>
              <a:rPr lang="en-US" dirty="0"/>
              <a:t>Is there any one of those locations that has a downward trend in bookings?</a:t>
            </a:r>
          </a:p>
          <a:p>
            <a:r>
              <a:rPr lang="en-US" dirty="0"/>
              <a:t>Do enough customers buy equipment to keep equipment sales?</a:t>
            </a:r>
          </a:p>
        </p:txBody>
      </p:sp>
    </p:spTree>
    <p:extLst>
      <p:ext uri="{BB962C8B-B14F-4D97-AF65-F5344CB8AC3E}">
        <p14:creationId xmlns:p14="http://schemas.microsoft.com/office/powerpoint/2010/main" val="1481121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10D7-944D-C2D7-A29A-132F37D6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1: Equipment sales vs rentals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A8A25C-AD4A-8DC2-AF38-02F9FBAA7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7897" y="3202668"/>
            <a:ext cx="9631119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0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B4E5-B8C6-E4E4-2F07-3AFAF2A9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2: Booking trend by region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38025D-28E9-5E58-B08B-CAB5D73F6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688" y="3617063"/>
            <a:ext cx="6525536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3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6698-A62F-4E73-9C01-E3A27468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3: Inventory older than 5 years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3BE85-13EA-D610-15AE-2E837DF83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635" y="3578958"/>
            <a:ext cx="7649643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32667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rchway">
      <a:dk1>
        <a:sysClr val="windowText" lastClr="000000"/>
      </a:dk1>
      <a:lt1>
        <a:sysClr val="window" lastClr="FFFFFF"/>
      </a:lt1>
      <a:dk2>
        <a:srgbClr val="262626"/>
      </a:dk2>
      <a:lt2>
        <a:srgbClr val="CCC9C2"/>
      </a:lt2>
      <a:accent1>
        <a:srgbClr val="A85E3E"/>
      </a:accent1>
      <a:accent2>
        <a:srgbClr val="C3743C"/>
      </a:accent2>
      <a:accent3>
        <a:srgbClr val="CF6749"/>
      </a:accent3>
      <a:accent4>
        <a:srgbClr val="7D8B71"/>
      </a:accent4>
      <a:accent5>
        <a:srgbClr val="A37A59"/>
      </a:accent5>
      <a:accent6>
        <a:srgbClr val="AB8244"/>
      </a:accent6>
      <a:hlink>
        <a:srgbClr val="B94F31"/>
      </a:hlink>
      <a:folHlink>
        <a:srgbClr val="667458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331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 Pro Light</vt:lpstr>
      <vt:lpstr>VaultVTI</vt:lpstr>
      <vt:lpstr>Outland Adventures</vt:lpstr>
      <vt:lpstr>Introduction</vt:lpstr>
      <vt:lpstr>Tables</vt:lpstr>
      <vt:lpstr>Business Rules</vt:lpstr>
      <vt:lpstr>Assumptions</vt:lpstr>
      <vt:lpstr>ERD</vt:lpstr>
      <vt:lpstr>Report Needs</vt:lpstr>
      <vt:lpstr>Report 1: Equipment sales vs rentals</vt:lpstr>
      <vt:lpstr>Report 2: Booking trend by region</vt:lpstr>
      <vt:lpstr>Report 3: Inventory older than 5 years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Graham</dc:creator>
  <cp:lastModifiedBy>Katherine Graham</cp:lastModifiedBy>
  <cp:revision>1</cp:revision>
  <dcterms:created xsi:type="dcterms:W3CDTF">2026-03-01T21:06:28Z</dcterms:created>
  <dcterms:modified xsi:type="dcterms:W3CDTF">2026-03-01T21:22:16Z</dcterms:modified>
</cp:coreProperties>
</file>